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 the ingestion queue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 vendor is late &lt;by two weeks&gt;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